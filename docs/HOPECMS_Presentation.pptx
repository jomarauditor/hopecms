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rect">
            <a:avLst/>
          </a:prstGeom>
          <a:solidFill>
            <a:srgbClr val="2563EB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HOPECMS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HopeCMS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 System for Hope, Inc.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5486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33832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Trixian Castro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 &amp; Authentication Specialist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Jomar Auditor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Developer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Adlawan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/ Lead Developer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754880" y="33832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Antonino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Specialist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Wayne Andy Villamor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Documentation Specialist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Era University   |   BS Information Technology   |   Sir Jeremias Esperanza   |   [DATE]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HopeCMS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Customer Management System that consolidates customer records, sales transactions, product listings, and pricing history into a single, role-aware platform for Hope, Inc.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five core entities, governed by a four-module rights system, and protected end-to-end by Supabase Auth and Row-Level Security.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94960" y="1371600"/>
            <a:ext cx="16916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0" y="137160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559552" y="14813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59552" y="1874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records &amp; terms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223760" y="1371600"/>
            <a:ext cx="16916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37160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388352" y="14813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88352" y="1874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2514600"/>
            <a:ext cx="16916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251460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559552" y="26243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salesdetail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59552" y="3017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23760" y="2514600"/>
            <a:ext cx="16916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51460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388352" y="26243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88352" y="3017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4960" y="3657600"/>
            <a:ext cx="16916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0" y="365760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559552" y="37673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pricehist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59552" y="4160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history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HOPECMS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72768"/>
            <a:ext cx="457200" cy="457200"/>
          </a:xfrm>
          <a:prstGeom prst="ellipse">
            <a:avLst/>
          </a:prstGeom>
          <a:solidFill>
            <a:srgbClr val="0A1E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6504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81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234440" y="16642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34440" y="1938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JSX, fast HMR dev server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1572768"/>
            <a:ext cx="457200" cy="457200"/>
          </a:xfrm>
          <a:prstGeom prst="ellipse">
            <a:avLst/>
          </a:prstGeom>
          <a:solidFill>
            <a:srgbClr val="0A1E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32" y="165049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481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440680" y="16642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440680" y="1938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Utility-first, v4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423160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0A1E4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270205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25328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DB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234440" y="2715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234440" y="2990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Auth, RLS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663440" y="2423160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846320" y="2624328"/>
            <a:ext cx="457200" cy="457200"/>
          </a:xfrm>
          <a:prstGeom prst="ellipse">
            <a:avLst/>
          </a:prstGeom>
          <a:solidFill>
            <a:srgbClr val="0A1E4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332" y="270205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40680" y="25328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440680" y="2715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Google OAuth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440680" y="2990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PKCE, login guard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" y="3474720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0080" y="3675888"/>
            <a:ext cx="457200" cy="457200"/>
          </a:xfrm>
          <a:prstGeom prst="ellipse">
            <a:avLst/>
          </a:prstGeom>
          <a:solidFill>
            <a:srgbClr val="0A1E47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3753612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34440" y="35844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234440" y="37673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1234440" y="4041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tests, jsdom env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663440" y="3474720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846320" y="3675888"/>
            <a:ext cx="457200" cy="457200"/>
          </a:xfrm>
          <a:prstGeom prst="ellipse">
            <a:avLst/>
          </a:prstGeom>
          <a:solidFill>
            <a:srgbClr val="0A1E47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2332" y="3753612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440680" y="35844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5440680" y="37673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5440680" y="4041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protection, PRs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HOPECMS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Relationship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33372" y="1280160"/>
            <a:ext cx="5477256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home/claude/pptx-build/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4812" y="1371600"/>
            <a:ext cx="5294376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business tables  ·  4 rights &amp; auth tables  ·  enforced via Foreign Keys + Row-Level Security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HOPECMS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Roles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8620" y="137160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8620" y="1371600"/>
            <a:ext cx="2697480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388620" y="1371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View-only access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1500" y="228600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Customers, Sales, Products, Price History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add, edit, or delete records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access Admin or Deleted Customers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3260" y="137160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3260" y="1371600"/>
            <a:ext cx="269748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223260" y="1371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0614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06140" y="228600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USER can do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soft-delete customers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/ deactivate user accounts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soft-deleted records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57900" y="137160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57900" y="1371600"/>
            <a:ext cx="269748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057900" y="1371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4078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control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40780" y="228600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ADMIN can do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from deactivation by other admins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guarantees integrity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HOPECMS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sign in, one login guard, and an admin-controlled activation gate.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Password —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Supabase email auth with form validation.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—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Single-click sign-in via Google with PKCE flow.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Guard —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accounts with record_status = 'INACTIVE'.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3749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Auto-Provisioning —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creates public.user row on every signup.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1371600"/>
            <a:ext cx="365760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LIFECYCLE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49240" y="1874520"/>
            <a:ext cx="292608" cy="292608"/>
          </a:xfrm>
          <a:prstGeom prst="ellipse">
            <a:avLst/>
          </a:prstGeom>
          <a:solidFill>
            <a:srgbClr val="0A1E47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18288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20299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 Google → auth.users insert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49240" y="2377440"/>
            <a:ext cx="292608" cy="292608"/>
          </a:xfrm>
          <a:prstGeom prst="ellipse">
            <a:avLst/>
          </a:prstGeom>
          <a:solidFill>
            <a:srgbClr val="0A1E47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23317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25328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creates USER / INACTIVE row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49240" y="2880360"/>
            <a:ext cx="292608" cy="292608"/>
          </a:xfrm>
          <a:prstGeom prst="ellipse">
            <a:avLst/>
          </a:prstGeom>
          <a:solidFill>
            <a:srgbClr val="0A1E47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2834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30358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guard rejects until activated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49240" y="3383280"/>
            <a:ext cx="292608" cy="292608"/>
          </a:xfrm>
          <a:prstGeom prst="ellipse">
            <a:avLst/>
          </a:prstGeom>
          <a:solidFill>
            <a:srgbClr val="0A1E47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0" y="33375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0" y="35387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promotes to ACTIVE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49240" y="388620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534924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60720" y="38404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0" y="40416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on /customers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HOPECMS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managed module. Full CRUD with rights gating, search, and soft-delete recovery.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974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103120"/>
            <a:ext cx="411480" cy="4114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1717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2029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&amp; Search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filter by name or payment term across 82+ customers.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1920240"/>
            <a:ext cx="26974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56432" y="2103120"/>
            <a:ext cx="411480" cy="4114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012" y="21717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2029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Customer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97764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validation, defaults to record_status = 'ACTIVE'.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26480" y="1920240"/>
            <a:ext cx="26974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91072" y="2103120"/>
            <a:ext cx="411480" cy="4114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52" y="21717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2029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Customer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81228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Modal-based, gated to ADMIN/SUPERADMIN via CUST_EDIT right.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57200" y="2971800"/>
            <a:ext cx="26974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1792" y="3154680"/>
            <a:ext cx="411480" cy="4114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32232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43000" y="3081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300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to 'INACTIVE' rather than DELETE — preserves audit trail.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291840" y="2971800"/>
            <a:ext cx="26974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456432" y="3154680"/>
            <a:ext cx="411480" cy="4114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5012" y="322326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77640" y="3081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Detail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97764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per-customer sales history with stamps.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126480" y="2971800"/>
            <a:ext cx="26974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91072" y="3154680"/>
            <a:ext cx="411480" cy="4114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9652" y="322326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12280" y="3081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81228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Customers page lets admins restore in one click.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HOPECMS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03 &amp;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Products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catalog and transaction history — view-only enforcement at both the UI and database level.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4023360" cy="457200"/>
          </a:xfrm>
          <a:prstGeom prst="rect">
            <a:avLst/>
          </a:prstGeom>
          <a:solidFill>
            <a:srgbClr val="0A1E4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1168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061972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9202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Module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transactions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 line items across 5 product units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RIGHT: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SALES_VIEW · SD_VIEW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transaction to view its line items, quantities, and the price each product was sold at on that date.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92024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920240"/>
            <a:ext cx="4023360" cy="457200"/>
          </a:xfrm>
          <a:prstGeom prst="rect">
            <a:avLst/>
          </a:prstGeom>
          <a:solidFill>
            <a:srgbClr val="0A1E47"/>
          </a:solidFill>
          <a:ln/>
        </p:spPr>
      </p:sp>
      <p:sp>
        <p:nvSpPr>
          <p:cNvPr id="14" name="Shape 11"/>
          <p:cNvSpPr/>
          <p:nvPr/>
        </p:nvSpPr>
        <p:spPr>
          <a:xfrm>
            <a:off x="4846320" y="201168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612" y="2061972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57800" y="19202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Module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846320" y="2514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products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price history entries (pc, ea, mtr, pkg, ltr)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RIGHT: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PROD_VIEW · PRICE_VIEW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4632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carries its current unit price (latest pricehist entry) — historical prices remain queryable for past sales.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HOPECMS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SQL-view-backed reports turn raw transactions into business insight.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88620" y="192024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150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7150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Sales Summary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1500" y="3246120"/>
            <a:ext cx="233172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customer_sales_summary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150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total revenue and transaction count, sortable by performance.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3260" y="192024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0614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40614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06140" y="3246120"/>
            <a:ext cx="233172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345186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top_customers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0614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leaderboard ranked highest to lowest — quick view of where the money comes from.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57900" y="192024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4078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24078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Revenue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40780" y="3246120"/>
            <a:ext cx="233172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628650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product_revenue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4078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Per-product gross revenue across all historical sales, accounting for price changes over time.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HOPECMS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Module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SUPERADMIN's command center: user activation, role visibility, and the SUPERADMIN row protection that prevents lockout.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114800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ADMINS CAN DO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full user roster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pending (INACTIVE) accounts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accounts that no longer need access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each user's role and current status at a glance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2011680"/>
            <a:ext cx="3931920" cy="2651760"/>
          </a:xfrm>
          <a:prstGeom prst="rect">
            <a:avLst/>
          </a:prstGeom>
          <a:solidFill>
            <a:srgbClr val="0A1E47"/>
          </a:solidFill>
          <a:ln/>
        </p:spPr>
      </p:sp>
      <p:sp>
        <p:nvSpPr>
          <p:cNvPr id="9" name="Shape 7"/>
          <p:cNvSpPr/>
          <p:nvPr/>
        </p:nvSpPr>
        <p:spPr>
          <a:xfrm>
            <a:off x="4937760" y="21945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28600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3212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PROTECTION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37760" y="27889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admins cannot deactivate or demote the SUPERADMIN account. This guarantee is enforced at the database level by Row-Level Security — not just hidden in the UI.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4114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accidental lockouts. Ever.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HOPECMS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0A1E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Vitest + React Testing Library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0" y="1371600"/>
            <a:ext cx="45720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137160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signup, Google OAuth, login guard ACTIVE/INACTIVE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2331720"/>
            <a:ext cx="45720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233172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441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029200" y="2468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 Matrix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788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× every right combination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0" y="3291840"/>
            <a:ext cx="45720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329184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3401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029200" y="3429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Logic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749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helpers and edge-case validation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HOPECMS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2743200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0" y="3931920"/>
            <a:ext cx="36576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github.com/JomarAuditor/HOPECMS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HOPECMS Team   ·   New Era University   ·   BS Information Technology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HOPECMS — Demo Presentation</dc:title>
  <dc:subject>PptxGenJS Presentation</dc:subject>
  <dc:creator>HOPECMS Team</dc:creator>
  <cp:lastModifiedBy>HOPECMS Team</cp:lastModifiedBy>
  <cp:revision>1</cp:revision>
  <dcterms:created xsi:type="dcterms:W3CDTF">2026-05-13T19:52:35Z</dcterms:created>
  <dcterms:modified xsi:type="dcterms:W3CDTF">2026-05-13T19:52:35Z</dcterms:modified>
</cp:coreProperties>
</file>